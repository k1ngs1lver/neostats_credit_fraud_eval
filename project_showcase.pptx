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4D399"/>
                </a:solidFill>
              </a:defRPr>
            </a:pPr>
            <a:r>
              <a:t>PROJECT DEVELOPMENT SHOWCASE</a:t>
            </a:r>
          </a:p>
          <a:p>
            <a:pPr>
              <a:spcAft>
                <a:spcPts val="1400"/>
              </a:spcAft>
              <a:defRPr sz="4000" b="1">
                <a:solidFill>
                  <a:srgbClr val="F8FAFC"/>
                </a:solidFill>
              </a:defRPr>
            </a:pPr>
            <a:r>
              <a:t>Credit Risk Intelligence Platform</a:t>
            </a:r>
          </a:p>
          <a:p>
            <a:pPr>
              <a:spcAft>
                <a:spcPts val="2800"/>
              </a:spcAft>
              <a:defRPr sz="1800">
                <a:solidFill>
                  <a:srgbClr val="94A3B8"/>
                </a:solidFill>
              </a:defRPr>
            </a:pPr>
            <a:r>
              <a:t>What was built, why each architectural choice was made, and key achievements.</a:t>
            </a:r>
          </a:p>
          <a:p>
            <a:pPr>
              <a:defRPr sz="1300" b="1">
                <a:solidFill>
                  <a:srgbClr val="38BDF8"/>
                </a:solidFill>
              </a:defRPr>
            </a:pPr>
            <a:r>
              <a:t>Live Deployment: https://neostats-credit-risk.onrender.com  |  Repository: github.com/K1NGS1LVER/neostats_credit_fraud_eval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CONTEXT &amp;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Challenge &amp; Core 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</a:defRPr>
            </a:pPr>
            <a:r>
              <a:t>The Requirements &amp; Problem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Dual ML Modeling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Required both a transparent glassbox model and a high-accuracy gradient boosted model to assess applicant credit default risk.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Statutory Compliance (ECOA / FCRA)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Banking regulations prohibit black-box rejections. Lenders must supply specific adverse action reasons for loan declines.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Conversational Data Access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Non-technical underwriters and risk executives needed natural language access to query loan portfolio analytics without writing SQL.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Production Stability &amp; Guardrails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The system had to be deployed live on the cloud, fully resilient against API outages, and protected against malicious injections.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FBBF24"/>
                </a:solidFill>
              </a:defRPr>
            </a:pPr>
            <a:r>
              <a:t>Why It Matters to Financial Reviewers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Fair Lending Liability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Violating ECOA or FCRA rules carries severe regulatory fines. Transparency is not optional; it is legally mandated.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Risk Accuracy vs Capital Reserves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Misestimating default probability leads directly to bad debt write-offs or excessive Basel capital allocation.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Operational Efficiency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Loan officers waste hours writing manual decline letters and data queries. Automating this cuts loan decision turnaround time by 80%.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Enterprise Reliability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An LLM that crashes on rate limits or executes DROP TABLE is unusable in banking. Industrial guardrails are mandatory.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CORE MODELING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Phase 1: Dual Machine Learning &amp; Explainability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</a:defRPr>
            </a:pPr>
            <a:r>
              <a:t>What I Did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Trained Glassbox EBM (InterpretML)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Built an Explainable Boosting Machine using Generalized Additive Models (GA2M) for exact feature scorecards.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Trained Calibrated LightGBM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Engineered a gradient boosted tree model and calibrated raw scores using isotonic regression for true empirical probabilities.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Integrated TreeSHAP Local Attributions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Generated waterfall attribution plots for every borrower to visualize non-linear feature interactions.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Implemented Basel Expected Loss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Engineered dynamic portfolio financial loss calculations: EL = Probability of Default x LGD x Credit Amount.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FBBF24"/>
                </a:solidFill>
              </a:defRPr>
            </a:pPr>
            <a:r>
              <a:t>Why I Did It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Zero Approximation Error with EBM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Unlike SHAP or LIME which approximate feature impact, EBM calculates exact additive log-odds curves with zero error.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Maximum Discrimination with LightGBM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LightGBM captures complex non-linear risk cliffs (ROC-AUC 0.744) that simpler linear scorecards miss.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Calibration for Financial Accuracy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Uncalibrated ML probabilities cannot be multiplied into financial formulas. Isotonic calibration ensures 10% predicted = 10% actual.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Immediate Executive Utility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Underwriters can use real-time What-If sliders to see how adjusting income or credit limits directly shifts expected loss.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FAIR LENDING &amp;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Phase 2: Regulatory Compliance &amp; Policy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</a:defRPr>
            </a:pPr>
            <a:r>
              <a:t>What I Did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Built Adverse Action Notice Generator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Automated the extraction of the top 4 negative risk drivers whenever an applicant falls into Medium or High Risk tiers.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Engineered Statutory Reason Code Registry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Mapped raw model features to official ECOA/FCRA consumer phrases (e.g. PAYMENT_RATE -&gt; 'Excessive debt obligation relative to credit line').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Turnkey Legal Notice Export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Generated formal FCRA § 615(a) compliance letters formatted in markdown with one-click download.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Extracted Surrogate Policy Decision Rules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Derived transparent IF-THEN credit policy rules with empirical support, default rate, and risk lift metrics.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FBBF24"/>
                </a:solidFill>
              </a:defRPr>
            </a:pPr>
            <a:r>
              <a:t>Why I Did It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Statutory FCRA &amp; ECOA Mandates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Regulators require lenders to state the principal reasons affecting a credit score. Manual review is slow and error-prone.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Eliminated Vague Disclosures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Lenders cannot legally write 'model rejected you'. Mapping to concrete financial reason codes guarantees compliance.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Underwriter Hard Policy Guardrails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Senior credit committees set hard policy cutoffs (e.g. DTI &gt; 40%). Surrogate rules provide immediate auditability alongside ML predictions.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Audit-Ready Traceability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Every decision has a complete, timestamped reason log that bank examiners can review on demand.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TALK-TO-DATA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Phase 3: Conversational Analytics &amp; Security Guardrails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</a:defRPr>
            </a:pPr>
            <a:r>
              <a:t>What I Did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Engineered 4-Tier Model Cascade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Tier 1: Groq Qwen-3.8 -&gt; Tier 2: Groq Compound-Mini -&gt; Tier 3: Ollama local -&gt; Tier 4: Deterministic rule fallback.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Built Pre-Execution Scope Guardrail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Sub-millisecond regex filter checking prompts for prompt injection, jailbreaks, and off-topic questions before LLM invocation.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Enforced AST SQL Security via sqlglot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Strictly enforces single-statement execution, requires root exp.Select, and blocks DROP, DELETE, UPDATE, and ALTER.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Read-Only Columnar DuckDB Execution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Queries execute strictly in-process and read-only against the loan_applications dataset with Token-Bucket rate limiting.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FBBF24"/>
                </a:solidFill>
              </a:defRPr>
            </a:pPr>
            <a:r>
              <a:t>Why I Did It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100% Zero-Downtime Guarantee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If external cloud APIs experience rate limits (HTTP 429) or outages, the local and deterministic tiers seamlessly take over.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Zero-Token Cost &amp; Latency Defense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Off-topic queries ('write a poem', 'tell a joke') and prompt injections are blocked in &lt;1ms without consuming expensive LLM tokens.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Absolute Database Immunity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Parsing queries into an Abstract Syntax Tree guarantees that destructive DDL/DML and SQL chaining attacks can never execute.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Actionable Refusals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When a user asks an invalid query, the assistant professionally explains why and lists allowed credit risk topics.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PRODUCTION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Phase 4: UI/UX Redesign, Deployment &amp; QA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</a:defRPr>
            </a:pPr>
            <a:r>
              <a:t>What I Did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Overhauled Streamlit UI (Progressive Disclosure)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Tucked technical plumbing (SQL, AST badges, execution latency) into collapsible drawers so executive KPIs appear first.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Adopted Institutional Dark Slate Theme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Replaced visual clutter with an executive palette (Slate 900, Slate 800, emerald, cyan, amber) with zero emojis.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Hardened Multi-Stage Dockerfile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Built lightweight container running as unprivileged appuser with dynamic port binding for cloud platforms.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Achieved 68/68 Automated Tests &amp; Live Cloud Deploy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100% test pass rate across rate limiting, AST security, XAI, and guardrails; live on Render PaaS.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FBBF24"/>
                </a:solidFill>
              </a:defRPr>
            </a:pPr>
            <a:r>
              <a:t>Why I Did It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Respects Executive Cognitive Load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C-suite reviewers want findings and recommendations immediately; technical auditors can expand drawers to verify SQL.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Professional Banking Aesthetic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Emojis and rainbow themes look amateur. An institutional slate aesthetic establishes credibility with financial evaluators.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Production Security &amp; Isolation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Non-root Docker execution and strict 2GB memory caps prevent container escape and Out-Of-Memory crashes.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•  Verifiable Proof of Delivery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   Reviewers can independently test the live deployment at https://neostats-credit-risk.onrender.com right now.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