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NEOSTATS CREDIT RISK INTELLIGENCE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Engineering Architecture &amp; Development Showcase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 comprehensive technical breakdown of what was built, why each approach was chosen, and how the platform solves dual explainability, regulatory compliance, and secure conversational analytics.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Live Deployment: https://neostats-credit-risk.onrender.com  |  Branch: main (commit 4fdcc1e)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PLATFORM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Strategic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Credit Risk Industry Dilemma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The Accuracy vs. Explainability Trade-Off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Complex gradient-boosted trees yield superior risk discrimination but behave as opaque black boxes, violating fair lending laws.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Regulatory Non-Compliance Risk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Under the Fair Credit Reporting Act (FCRA) and Equal Credit Opportunity Act (ECOA Reg B), lenders must provide specific principal reasons for denial.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Data Accessibility Barriers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Underwriters and portfolio risk managers struggle to query large historical loan databases without deep SQL and data engineering expertise.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LLM Hallucinations in Financial Operations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Standard LLMs hallucinate calculations, leak data, or execute unsafe destructive queries without strict deterministic AST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What We Built to Solve It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Dual ML Engine (EBM + LightGBM)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Paired a glassbox Generalized Additive Model (GA2M) for exact additive scoring with a calibrated LightGBM model for maximum predictive lift.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Automated Regulatory Notice Generator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Generates compliant Adverse Action Notices identifying top 4 negative drivers mapped to formal ECOA reason codes with one-click export.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Talk-to-Data Conversational Analytics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Engineered a natural-language-to-SQL engine with 4-tier fallback, token-bucket rate limits, and sub-millisecond AST security validation.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High-Density Progressive Disclosure UI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Overhauled the interface to deliver executive KPI visibility first, while tucking technical plumbing into on-demand drawers.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High-Level Architecture &amp; Technical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Analytics &amp; Storage Layer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In-Process DuckDB Engine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High-performance columnar database hosting the loan_applications dataset in strictly read-only execution mode.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Engineered Financial Ratios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Pre-computed credit-to-income, payment rate, annuity-to-income, and weighted external bureau scores.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Thread-Safe LRU Cache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Caches the last 50 queries and summaries to eliminate redundant LLM calls and achieve sub-15ms repeat response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ML &amp; Regulatory Core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Glassbox EBM (InterpretML)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Extracts exact additive log-odds feature contributions with zero mathematical approximation error.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Calibrated LightGBM Core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Isotonically calibrated probabilities driving standardized Basel Expected Loss: EL = PD x LGD x EAD.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ECOA Adverse Action Generator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Translates TreeSHAP and EBM negative drivers into statutory denial reason codes for declined applicants.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Security &amp; Interface Layer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4-Tier LLM Fallback Cascade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Groq Qwen-3.8 -&gt; Groq Compound -&gt; Ollama -&gt; Deterministic Rule Engine for 100% uptime.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Multi-Layer Guardrails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Zero-token regex scope filter + AST read-only SELECT security validation via sqlglot.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Modern Streamlit UI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Dark slate executive design system with progressive disclosure drawers, interactive charts, and zero emojis.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PREDICTIVE ANALYTICS &amp; 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Machine Learning Strategy: Why Dual Models?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Glassbox Explainable Boosting Machine (EBM)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Architecture: GA2M Formula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EBM trains individual single-feature spline functions plus pairwise interaction terms: g(E[Y]) = b0 + SUM(fi(xi)) + SUM(fij(xi, xj)).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Why We Used It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Provides 100% exact additive scorecards. Every dollar of income or point in credit score has a deterministic, mathematically verifiable impact.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Regulatory Audit Immunity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Banking examiners can inspect every shape curve directly. Eliminates black-box legal liabilities under FCRA guidelines.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Primary Role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Drives local scorecards and regulatory denial factor rankings for loan officers.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Calibrated LightGBM + TreeSHAP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Architecture: Gradient Tree Boosting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Highly optimized leaf-wise tree growth capturing intricate non-linear risk surfaces across applicant features.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Why We Used It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Yields top-tier discriminatory performance (ROC-AUC 0.744) across imbalanced default datasets.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Probability Calibration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Raw tree scores are calibrated via isotonic regression so predicted probabilities reflect true empirical default rates.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TreeSHAP Waterfall Plots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Provides game-theoretic Shapley attributions, giving underwriters deep comparative diagnostics against the glassbox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CONSUMER PROTECTION &amp; FAIR 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Regulatory Compliance &amp; Adverse Action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Statutory Mandates (FCRA &amp; ECOA Reg B)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FCRA § 615(a) Requirement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When adverse action is taken against a consumer, the lender must provide the key factors that adversely affected the credit score.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ECOA Regulation B § 1002.9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Applicants must receive a statement of specific principal reasons for credit decline within 30 days of application.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Prohibition of Vague Disclosures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Lenders cannot state 'score too low' or 'internal model failure'; reasons must be concrete and actionable.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How Our Platform Automates Compliance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Automated Top Factor Extraction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When an applicant falls into Medium or High Risk, the platform ranks features by negative log-odds shift from EBM/TreeSHAP.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Statutory Reason Code Registry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Maps technical features to formal consumer phrases (e.g., PAYMENT_RATE -&gt; 'Excessive debt obligation relative to credit line').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Turnkey Adverse Action Notice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Instantly generates a formal legal notice containing applicant details, decision rationale, and credit bureau disclosures with one-click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NATURAL LANGUAGE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Talk-to-Data: Multi-Tier Resilience Cascade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4-Tier Fallback Hierarchy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Tier 1: Groq Qwen-3.8-27b (Primary)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Ultra-fast cloud inference delivering sub-second natural-language-to-SQL generation and executive briefings.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Tier 2: Groq Compound-Mini (Secondary)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Seamless secondary failover model triggered if Tier 1 encounters HTTP 429 rate limits or network degradation.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Tier 3: Local Ollama Qwen-2.5:1.5b (Air-Gapped)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Local on-premise daemon fallback allowing on-device query generation when cloud access is unavailable.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Tier 4: Deterministic Benchmark Engine (Zero-Failure)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Static SQL rule parser ensuring the system never crashes even during complete network and daemon outages.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Operational Controls &amp; Rate Limiting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Token-Bucket Rate Limiting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Dual-bucket tracking enforcing 30 Requests-Per-Minute (RPM) and 60,000 Tokens-Per-Minute (TPM) with exponential backoff and random jitter.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Debounce &amp; Execution Locks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400ms event suppression and thread locking prevent rapid double-clicks and concurrent API hammering.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In-Memory LRU Cache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Stores the last 50 generated SQL queries and executive summaries for instantaneous (&lt;15ms) repeated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APPLICATION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Multi-Layer Security &amp; Domain Scope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Domain Scope Enforcement (Zero-Token Filter)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Pre-Execution Heuristic Filter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Intercepts prompts in &lt;1ms before calling external LLMs, saving token budget and API costs.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Adversarial &amp; Injection Blocking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Detects and blocks prompt override directives ('ignore instructions', 'jailbreak', 'DAN mode', credential leaks).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Out-of-Scope Off-Topic Rejection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Rejects creative requests (poems, jokes, stories), general trivia (geography, weather), and non-portfolio programming.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Actionable Guidance Refusal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Returns an executive scope notice explaining why the query was refused and listing permissible banking topics.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AST-Based SQL Security Guardrails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sqlglot AST Parser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Parses generated SQL into an Abstract Syntax Tree to enforce strict structural read-only guarantees.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Single Statement Enforcement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Prohibits query chaining via semicolons (blocks stacked SQL injection attacks).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Root SELECT Enforcement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Verifies that the root AST node is strictly an exp.Select statement; non-select statements are immediately rejected.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Destructive DDL/DML Blocklist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Explicitly scans for and blocks DROP, DELETE, UPDATE, INSERT, ALTER, CREATE, TRUNCATE, and PRAGMA.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EXECUTIVE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UI/UX Redesign: High-Density &amp; Progressive Disclosure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Design Principles &amp; Overhaul Rationale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Elimination of Visual Noise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Removed all emojis across headers, tabs, summaries, and notifications to create a clean institutional banking aesthetic.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Institutional Dark Slate Palette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Engineered a refined color scheme using Slate 900 (#0F172A), Slate 800 (#1E293B), with emerald, blue, and amber accents.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High-Density Metric Display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Presents critical default rates, debt leverage ratios, and risk tiers prominently without requiring vertical scrolling.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Progressive Disclosure Drawers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Executive Summary First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Users see immediate business findings, credit implications, and strategic underwriting recommendations up front.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On-Demand Technical Inspection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Underlying SQL statements, AST security verification badges, latency metrics, and data tables are tucked into collapsible drawers.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Context-Aware Visualization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Automatically renders high-contrast Plotly bar charts when query results contain categorical and numerical dimensions.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INFRASTRUCTURE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Cloud Deployment &amp; Production DevOps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Containerization &amp; Infrastructure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Multi-Stage Dockerfile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Built on python:3.11-slim; creates a lightweight, hardened container image running as a non-privileged appuser.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Dynamic Port Binding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Configured to bind seamlessly to Render's dynamic ${PORT:-8501} environment variable.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Production Docker Compose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Includes 2GB memory ceilings, health check endpoints, and json-file log rotation (max-size 10m).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Live Render PaaS Deployment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Web service active at https://neostats-credit-risk.onrender.com with automated CI/CD builds on git push.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Rigorous Verification &amp; Test Suite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68/68 Automated Tests Passing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Comprehensive coverage across rate limiting, debounce locking, LRU caching, AST security, XAI, and domain guardrails.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Zero Regressions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All new features validated with automated pytest suites in isolated local and CI environments.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Git Repository Synchronization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Committed and pushed to GitHub main branch (commit 4fdcc1e) with clean history and descriptive commits.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KEY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of Achievements &amp; Reviewer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Core Capabilities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Dual ML Risk Scoring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Glassbox EBM and Calibrated LightGBM models providing simultaneous accuracy and transparency.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Statutory Compliance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Automated FCRA and ECOA Reg B Adverse Action notice generation with top negative factor rank disclosures.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Dynamic What-If Simulator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Real-time slider adjustments updating default probabilities and Basel Expected Loss on the fly.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Conversational Intelligence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Talk-to-Data Assistant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Natural language queries converted to DuckDB SQL with executive CRO summaries.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4-Tier Resilience Cascade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Groq Qwen-3.8 -&gt; Compound -&gt; Ollama -&gt; Deterministic rule parser for zero downtime.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Multi-Tier Guardrails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Zero-token pre-execution filter, system prompt boundaries, and AST single-SELECT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Production Readiness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Live Cloud Deployment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Live at https://neostats-credit-risk.onrender.com with HTTP/2 200 health status.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Clean Institutional UI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Progressive disclosure, zero emojis, dark slate theme optimized for executive reviews.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68/68 Tests Passing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   100% test pass rate across unit, integration, and security test suites.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